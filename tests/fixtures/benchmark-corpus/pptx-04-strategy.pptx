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</p:sldIdLst>
  <p:notesMasterIdLst>
    <p:notesMasterId r:id="rId4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notesMaster" Target="notesMasters/notesMaster1.xml"/><Relationship Id="rId5" Type="http://schemas.openxmlformats.org/officeDocument/2006/relationships/presProps" Target="presProps.xml"/><Relationship Id="rId6" Type="http://schemas.openxmlformats.org/officeDocument/2006/relationships/viewProps" Target="viewProps.xml"/><Relationship Id="rId7" Type="http://schemas.openxmlformats.org/officeDocument/2006/relationships/theme" Target="theme/theme1.xml"/><Relationship Id="rId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6858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00000"/>
                </a:solidFill>
              </a:rPr>
              <a:t>2025 Strategic Plan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457200" y="1371600"/>
            <a:ext cx="6858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000000"/>
                </a:solidFill>
              </a:rPr>
              <a:t>Focus areas: Asia-Pacific expansion, CRM v2.0 adoption, enterprise contracts.</a:t>
            </a:r>
            <a:endParaRPr lang="en-US" sz="1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6858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00000"/>
                </a:solidFill>
              </a:rPr>
              <a:t>Risks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457200" y="1371600"/>
            <a:ext cx="6858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000000"/>
                </a:solidFill>
              </a:rPr>
              <a:t>Currency exposure in EMEA; talent retention in San Francisco.</a:t>
            </a:r>
            <a:endParaRPr lang="en-US" sz="1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5" baseType="lpstr">
      <vt:lpstr>Arial</vt:lpstr>
      <vt:lpstr>Calibri</vt:lpstr>
      <vt:lpstr>Office Theme</vt:lpstr>
      <vt:lpstr>Slide 1</vt:lpstr>
      <vt:lpstr>Slide 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2026-05-04T04:34:51Z</dcterms:created>
  <dcterms:modified xsi:type="dcterms:W3CDTF">2026-05-04T04:34:51Z</dcterms:modified>
</cp:coreProperties>
</file>