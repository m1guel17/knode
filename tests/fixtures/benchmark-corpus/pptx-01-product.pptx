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architecture rewrite.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CRM v2.0 Launch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Released by Acme Corp in July 2024.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Adoption Metrics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78% adoption across the customer base.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Roadmap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Asia-Pacific expansion planned for 2025.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2026-05-04T04:34:51Z</dcterms:created>
  <dcterms:modified xsi:type="dcterms:W3CDTF">2026-05-04T04:34:51Z</dcterms:modified>
</cp:coreProperties>
</file>