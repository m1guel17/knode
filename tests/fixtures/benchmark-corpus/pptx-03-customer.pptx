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Customer Briefing — TechStar Ltd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Renewal scheduled for January 2025.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</a:rPr>
              <a:t>Use Cases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TechStar Ltd uses CRM v2.0 for global pipeline management.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2026-05-04T04:34:51Z</dcterms:created>
  <dcterms:modified xsi:type="dcterms:W3CDTF">2026-05-04T04:34:51Z</dcterms:modified>
</cp:coreProperties>
</file>