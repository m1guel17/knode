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Board Update — November 2024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Presented by John Smith, CFO.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Financial Highlights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Revenue: $4.2M. Growth: 15% YoY.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2026-05-04T04:34:51Z</dcterms:created>
  <dcterms:modified xsi:type="dcterms:W3CDTF">2026-05-04T04:34:51Z</dcterms:modified>
</cp:coreProperties>
</file>