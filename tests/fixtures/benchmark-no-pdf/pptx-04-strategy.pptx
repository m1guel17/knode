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2025 Strategic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Focus areas: Asia-Pacific expansion, CRM v2.0 adoption, enterprise contracts.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Risks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Currency exposure in EMEA; talent retention in San Francisco.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2026-05-07T04:30:54Z</dcterms:created>
  <dcterms:modified xsi:type="dcterms:W3CDTF">2026-05-07T04:30:54Z</dcterms:modified>
</cp:coreProperties>
</file>