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Industry Roundtable — London 2024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Attendees: Acme Corporation, Globex Inc, TechStar Ltd.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Key Discussions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Vector search adoption, enterprise data privacy.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2026-05-07T04:30:54Z</dcterms:created>
  <dcterms:modified xsi:type="dcterms:W3CDTF">2026-05-07T04:30:54Z</dcterms:modified>
</cp:coreProperties>
</file>