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emphasize the Asia-Pacific expansion plan slated for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/>
              <a:t>Acme Corp Q3 2024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Revenue: $4.2M (15% YoY)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CEO: Jane Wilson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Locations: New York, London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/>
              <a:t>CRM Platform v2.0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Released July 2024. Adoption: 78% of customer base. New architecture cited by Wilson as primary growth driver.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/>
              <a:t>Competitive Landscape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Acme Corp competes with Globex Inc and TechStar Ltd in the enterprise software market.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2026-05-04T04:31:17Z</dcterms:created>
  <dcterms:modified xsi:type="dcterms:W3CDTF">2026-05-04T04:31:17Z</dcterms:modified>
</cp:coreProperties>
</file>